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Selamat pagi/siang semuanya. Hari ini saya mempresentasikan arsitektur backend Astronova. Ini adalah backend murni (Headless REST API) untuk sistem manajemen perjalanan dinas dan reimbursement perusahaan.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 teman-teman SMK RPL, backend ibarat dapur restoran bintang lima. Pengguna hanya melihat menu di depan, tetapi seluruh perhitungan biaya, pencairan uang muka, dan persetujuan manager dieksekusi secara aman di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Kita menggunakan Laravel 13 dan PHP 8.3. Untuk database, kita menggunakan MySQL dengan tipe data presisi tinggi seperti Decimal(15,2) agar tidak terjadi pembulatan sen pada uang.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Seluruh modul ini terhubung dalam 15 controller terpisah dengan format respon JSON seragam: status success, message informatif, dan payload data terstruktur.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Setiap kali klien mengirim permintaan, alurnya selalu melewati validasi berlapis. Jika data tidak valid, request langsung ditolak dengan status HTTP 422 Unprocessable 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backend ini, keamanan nomor satu. Password di-hash, token acak dilindungi, dan terdapat riwayat audit persetujuan sehingga setiap rupiah yang disetujui memiliki jejak digital yang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Kita merancang relasi database dengan aturan RESTRICT. Jika departemen memiliki karyawan, departemen tidak boleh dihapus begitu saja. Ini menjaga integritas data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Inilah pencapaian utama kita: seluruh fitur backend sekarang 100 persen dinamis. Ketika database kosong, dashboard mengembalikan 0 secara alami. Saat data masuk, metrik langsung bertambah.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Sebagai developer profesional, kita membuktikan kualitas kode dengan automated test. 99 skenario pengujian dengan 554 assertion berhasil lulus seratus persen tanpa error sama sekali.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Kesimpulannya, menjadi backend engineer hebat bukan soal membuat tampilan cantik, melainkan membangun sistem yang andal, aman, cepat, dan berintegritas tinggi. Terima kasih.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ASTRONOVA BACKEND ARCHITECTURE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Audit, Implementasi Dinamis, dan Pengujian Backend Enterprise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Arsitektur: Headless RESTful JSON API berbasis Laravel 13.x &amp; PHP 8.3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Database: MySQL Persisten (28 Tabel Migrasi Lengkap &amp; Terelasi)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Autentikasi: Token Bearer Aman via Laravel Sanctum &amp; Role-Based Access Control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Status Data: 100% Data Riil Persisten, Zero Mock Data, Zero Fallback Palsu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Mengapa Backend Sangat Penting di Dunia Kerja?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Fondasi Logika Bisnis &amp; Keamanan Data Perusahaan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Backend mengelola aturan bisnis inti (Business Logic) yang tidak boleh bocor ke client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Menjaga integritas data finansial: Uang Muka, Realisasi Pengeluaran, dan Settlement Klaim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Mencegah manipulasi angka anggaran melalui validasi ketat Form Request di server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Melindungi akses sistem dengan autentikasi Sanctum dan hak akses bertingkat (RBAC)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3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Struktur Arsitektur &amp; Teknologi Backend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Tech Stack Modern Standar Industri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Framework: Laravel 13.x dengan PHP 8.3 Engine &amp; Strict Typing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Database Engine: MySQL 8.x dengan Foreign Key Restrict, Indexing, dan Decimal(15,2)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Autentikasi: Laravel Sanctum (Stateful &amp; Personal Access Token)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Arsitektur: MVC + RESTful API Resource + Form Request Validation + DB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4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Peta Modul &amp; Endpoint API Astronova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15 Modul Bisnis RESTful Lengkap &amp; Terstandarisasi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Modul Master: Departemen, Karyawan, Proyek, Tujuan, Kebijakan Dinas, Vendor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Modul Transaksi: Pengajuan Perjalanan Tugas, Itinerary, Booking Vendor, Pengeluaran Riil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Modul Finansial: Pencairan Uang Muka, Klaim Reimbursement, dan Settlement Lebih/Kurang Bayar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Modul Analitik: Dashboard Stats, Ringkasan KPI, dan Laporan Filter Rentang Tanggal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5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Alur Data: Dari Permintaan Klien Hingga Database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Siklus Hidup Permintaan HTTP Request yang 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1. Request Klien: Mengirim HTTP Request dengan header Authorization: Bearer &lt;token&gt;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2. Routing &amp; Middleware: Memverifikasi validitas token Sanctum dan status aktif pengguna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3. Form Request: Melakukan validasi tipe data, format tanggal, dan batas maksimal biaya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4. Controller &amp; DB: Memproses transaksi database atomic (DB::transaction)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5. API Resource: Mengembalikan respon JSON terformat rapi tanpa mengekspos kolom sensitif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6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Keamanan &amp; Autentikasi: Sanctum + RBAC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Perlindungan Menyeluruh dari Ancaman Keamanan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Token Bearer Hashed: Token Sanctum disimpan dalam format hash SHA-256 di database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Role-Based Access Control: Hak akses spesifik untuk Karyawan, Atasan, Finance, Admin Travel, Superadmin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Password Hash: Menggunakan algoritma Bcrypt dengan cost factor terstandarisasi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Audit Logging: Setiap aksi persetujuan dan perubahan status tercatat di tabel log_audit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7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Kekuatan Database: Relasi, Foreign Key &amp; Transaksi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Konsistensi Data Finansial Tanpa Celah Kebocoran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28 Tabel Migrasi: Relasi relasional satu-ke-banyak (1:N) dan polimorfik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Foreign Key Restrict: Mencegah penghapusan master data jika masih memiliki transaksi aktif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Atomic Transaction: Menggunakan DB::transaction() agar pengajuan dan rincian tersimpan utuh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Eager Loading: Mencegah N+1 query problem menggunakan method with()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8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Dari Mock Data Menuju Data Database Riil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Transformasi Total Menjadi Sistem Backend 100% Dinamis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Penghapusan Seluruh Mock Data: Tidak ada array statis atau rekayasa data di runtime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18 Database Seeder Lengkap: Memuat data karyawan, divisi, proyek, tiket, dan hotel nyata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DashboardController Dinamis: Menghitung COUNT dan SUM langsung dari tabel MySQL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Pure Headless API: Seluruh antarmuka web UI dihapus, root (/) mengembalikan JSON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9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Hasil Pengujian Otomatis (PHPUnit Test Suite)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99 Test Cases, 554 Assertions — 100%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Feature Testing: Menguji skenario login, CRUD, validasi gagal, dan alur workflow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Pengujian Keamanan: Memastikan endpoint privat mengembalikan 401 Unauthorized tanpa token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Pengujian Agregasi: Memverifikasi akurasi rumus kalkulasi uang muka dan selisih reimbursement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Laravel Pint Formatter: Seluruh kode PHP lulus standarisasi gaya penulisan kode modern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/ 10 • ASTRONOVA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Kesimpulan &amp; Pelajaran Berharga untuk Siswa SMK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Mindset Profesional Backend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1. Validasi di Server adalah Kunci: Jangan pernah mempercayai input dari pengguna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2. Gunakan Data Riil: Jangan membiasakan membuat mock data di aplikasi backend produksi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3. Tulis Automated Test: Pengujian otomatis menjaga kode tidak rusak saat ada perubahan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4. Pahami Relasi Database: Struktur tabel yang baik membuat pengembangan fitur jauh lebih mudah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